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6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813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5822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385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426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677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219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67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503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431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98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324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753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Ecology app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מגישים יוני </a:t>
            </a:r>
            <a:r>
              <a:rPr lang="he-IL" dirty="0" err="1"/>
              <a:t>פוזי</a:t>
            </a:r>
            <a:r>
              <a:rPr lang="he-IL" dirty="0"/>
              <a:t> </a:t>
            </a:r>
            <a:r>
              <a:rPr lang="he-IL" dirty="0" err="1"/>
              <a:t>גורג</a:t>
            </a:r>
            <a:br>
              <a:rPr lang="en-US" dirty="0"/>
            </a:b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/>
              <a:t>תהליך</a:t>
            </a:r>
            <a:r>
              <a:rPr dirty="0"/>
              <a:t> </a:t>
            </a:r>
            <a:r>
              <a:rPr dirty="0" err="1"/>
              <a:t>החשיבה</a:t>
            </a:r>
            <a:r>
              <a:rPr dirty="0"/>
              <a:t> </a:t>
            </a:r>
            <a:r>
              <a:rPr dirty="0" err="1"/>
              <a:t>העיצובית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r" rtl="1"/>
            <a:r>
              <a:rPr lang="he-IL" dirty="0"/>
              <a:t>א</a:t>
            </a:r>
            <a:r>
              <a:rPr dirty="0" err="1"/>
              <a:t>מפתיה</a:t>
            </a:r>
            <a:r>
              <a:rPr dirty="0"/>
              <a:t>: </a:t>
            </a:r>
            <a:r>
              <a:rPr dirty="0" err="1"/>
              <a:t>ראיונות</a:t>
            </a:r>
            <a:r>
              <a:rPr dirty="0"/>
              <a:t> </a:t>
            </a:r>
            <a:r>
              <a:rPr dirty="0" err="1"/>
              <a:t>וזיהוי</a:t>
            </a:r>
            <a:r>
              <a:rPr dirty="0"/>
              <a:t> </a:t>
            </a:r>
            <a:r>
              <a:rPr dirty="0" err="1"/>
              <a:t>כאבים</a:t>
            </a:r>
            <a:r>
              <a:rPr dirty="0"/>
              <a:t> </a:t>
            </a:r>
            <a:r>
              <a:rPr dirty="0" err="1"/>
              <a:t>מהשטח</a:t>
            </a:r>
            <a:r>
              <a:rPr dirty="0"/>
              <a:t>.</a:t>
            </a:r>
          </a:p>
          <a:p>
            <a:pPr algn="r" rtl="1"/>
            <a:r>
              <a:rPr dirty="0" err="1"/>
              <a:t>הגדרה</a:t>
            </a:r>
            <a:r>
              <a:rPr dirty="0"/>
              <a:t>: </a:t>
            </a:r>
            <a:r>
              <a:rPr dirty="0" err="1"/>
              <a:t>ניסוח</a:t>
            </a:r>
            <a:r>
              <a:rPr dirty="0"/>
              <a:t> </a:t>
            </a:r>
            <a:r>
              <a:rPr dirty="0" err="1"/>
              <a:t>האתגר</a:t>
            </a:r>
            <a:r>
              <a:rPr dirty="0"/>
              <a:t> </a:t>
            </a:r>
            <a:r>
              <a:rPr dirty="0" err="1"/>
              <a:t>וזיהוי</a:t>
            </a:r>
            <a:r>
              <a:rPr dirty="0"/>
              <a:t> </a:t>
            </a:r>
            <a:r>
              <a:rPr dirty="0" err="1"/>
              <a:t>מגבלות</a:t>
            </a:r>
            <a:r>
              <a:rPr dirty="0"/>
              <a:t>.</a:t>
            </a:r>
          </a:p>
          <a:p>
            <a:pPr algn="r" rtl="1"/>
            <a:r>
              <a:rPr dirty="0" err="1"/>
              <a:t>רעיונאות</a:t>
            </a:r>
            <a:r>
              <a:rPr dirty="0"/>
              <a:t>: </a:t>
            </a:r>
            <a:r>
              <a:rPr dirty="0" err="1"/>
              <a:t>פתרונות</a:t>
            </a:r>
            <a:r>
              <a:rPr dirty="0"/>
              <a:t> </a:t>
            </a:r>
            <a:r>
              <a:rPr dirty="0" err="1"/>
              <a:t>מדעיים</a:t>
            </a:r>
            <a:r>
              <a:rPr dirty="0"/>
              <a:t> </a:t>
            </a:r>
            <a:r>
              <a:rPr dirty="0" err="1"/>
              <a:t>וסיעור</a:t>
            </a:r>
            <a:r>
              <a:rPr dirty="0"/>
              <a:t> </a:t>
            </a:r>
            <a:r>
              <a:rPr dirty="0" err="1"/>
              <a:t>מוחות</a:t>
            </a:r>
            <a:r>
              <a:rPr dirty="0"/>
              <a:t>.</a:t>
            </a:r>
          </a:p>
          <a:p>
            <a:pPr algn="r" rtl="1"/>
            <a:r>
              <a:rPr dirty="0" err="1"/>
              <a:t>אב-טיפוס</a:t>
            </a:r>
            <a:r>
              <a:rPr dirty="0"/>
              <a:t>: </a:t>
            </a:r>
            <a:r>
              <a:rPr dirty="0" err="1"/>
              <a:t>בניית</a:t>
            </a:r>
            <a:r>
              <a:rPr dirty="0"/>
              <a:t> </a:t>
            </a:r>
            <a:r>
              <a:rPr dirty="0" err="1"/>
              <a:t>ממשק</a:t>
            </a:r>
            <a:r>
              <a:rPr dirty="0"/>
              <a:t> </a:t>
            </a:r>
            <a:r>
              <a:rPr dirty="0" err="1"/>
              <a:t>מבוסס</a:t>
            </a:r>
            <a:r>
              <a:rPr dirty="0"/>
              <a:t> </a:t>
            </a:r>
            <a:r>
              <a:rPr dirty="0" err="1"/>
              <a:t>מודלים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dirty="0" err="1"/>
              <a:t>הצורך</a:t>
            </a:r>
            <a:r>
              <a:rPr dirty="0"/>
              <a:t>: </a:t>
            </a:r>
            <a:r>
              <a:rPr dirty="0" err="1"/>
              <a:t>פתרון</a:t>
            </a:r>
            <a:r>
              <a:rPr dirty="0"/>
              <a:t> </a:t>
            </a:r>
            <a:r>
              <a:rPr dirty="0" err="1"/>
              <a:t>מדעי</a:t>
            </a:r>
            <a:r>
              <a:rPr dirty="0"/>
              <a:t> </a:t>
            </a:r>
            <a:r>
              <a:rPr dirty="0" err="1"/>
              <a:t>לפחת</a:t>
            </a:r>
            <a:r>
              <a:rPr dirty="0"/>
              <a:t> </a:t>
            </a:r>
            <a:r>
              <a:rPr dirty="0" err="1"/>
              <a:t>המזון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/>
            <a:endParaRPr dirty="0"/>
          </a:p>
          <a:p>
            <a:pPr marL="0" indent="0" algn="r">
              <a:buNone/>
            </a:pPr>
            <a:r>
              <a:rPr lang="he-IL" dirty="0"/>
              <a:t>צ</a:t>
            </a:r>
            <a:r>
              <a:rPr dirty="0" err="1"/>
              <a:t>יפוי</a:t>
            </a:r>
            <a:r>
              <a:rPr dirty="0"/>
              <a:t> </a:t>
            </a:r>
            <a:r>
              <a:rPr dirty="0" err="1"/>
              <a:t>ביולוגי</a:t>
            </a:r>
            <a:r>
              <a:rPr dirty="0"/>
              <a:t> </a:t>
            </a:r>
            <a:r>
              <a:rPr dirty="0" err="1"/>
              <a:t>מבוסס</a:t>
            </a:r>
            <a:r>
              <a:rPr dirty="0"/>
              <a:t> </a:t>
            </a:r>
            <a:r>
              <a:rPr dirty="0" err="1"/>
              <a:t>חיידקים</a:t>
            </a:r>
            <a:r>
              <a:rPr dirty="0"/>
              <a:t> </a:t>
            </a:r>
            <a:r>
              <a:rPr dirty="0" err="1"/>
              <a:t>ידידותיים</a:t>
            </a:r>
            <a:br>
              <a:rPr lang="en-US" dirty="0"/>
            </a:br>
            <a:r>
              <a:rPr lang="he-IL" dirty="0"/>
              <a:t>ממשק ענן </a:t>
            </a:r>
            <a:r>
              <a:rPr lang="he-IL" dirty="0" err="1"/>
              <a:t>להנגשת</a:t>
            </a:r>
            <a:r>
              <a:rPr lang="he-IL" dirty="0"/>
              <a:t> נתוני מחקר</a:t>
            </a:r>
          </a:p>
          <a:p>
            <a:pPr marL="0" indent="0" algn="r">
              <a:buNone/>
            </a:pPr>
            <a:r>
              <a:rPr dirty="0" err="1"/>
              <a:t>הרצת</a:t>
            </a:r>
            <a:r>
              <a:rPr dirty="0"/>
              <a:t> </a:t>
            </a:r>
            <a:r>
              <a:rPr dirty="0" err="1"/>
              <a:t>מודלים</a:t>
            </a:r>
            <a:r>
              <a:rPr dirty="0"/>
              <a:t> </a:t>
            </a:r>
            <a:r>
              <a:rPr dirty="0" err="1"/>
              <a:t>מתמטיי</a:t>
            </a:r>
            <a:r>
              <a:rPr lang="he-IL" dirty="0"/>
              <a:t>ם</a:t>
            </a:r>
            <a:r>
              <a:rPr dirty="0"/>
              <a:t> (Lotka-Volterra) </a:t>
            </a:r>
            <a:r>
              <a:rPr dirty="0" err="1"/>
              <a:t>לחיזוי</a:t>
            </a:r>
            <a:r>
              <a:rPr lang="he-IL" dirty="0"/>
              <a:t> ריקבון</a:t>
            </a:r>
            <a:endParaRPr dirty="0"/>
          </a:p>
          <a:p>
            <a:pPr marL="0" indent="0" algn="r">
              <a:buNone/>
            </a:pPr>
            <a:r>
              <a:rPr dirty="0" err="1"/>
              <a:t>השוואה</a:t>
            </a:r>
            <a:r>
              <a:rPr dirty="0"/>
              <a:t> </a:t>
            </a:r>
            <a:r>
              <a:rPr dirty="0" err="1"/>
              <a:t>בזמן</a:t>
            </a:r>
            <a:r>
              <a:rPr dirty="0"/>
              <a:t> </a:t>
            </a:r>
            <a:r>
              <a:rPr dirty="0" err="1"/>
              <a:t>אמת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תחזיות</a:t>
            </a:r>
            <a:r>
              <a:rPr dirty="0"/>
              <a:t> </a:t>
            </a:r>
            <a:r>
              <a:rPr dirty="0" err="1"/>
              <a:t>מול</a:t>
            </a:r>
            <a:r>
              <a:rPr dirty="0"/>
              <a:t> </a:t>
            </a:r>
            <a:r>
              <a:rPr dirty="0" err="1"/>
              <a:t>שטח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dirty="0" err="1"/>
              <a:t>הבסיס</a:t>
            </a:r>
            <a:r>
              <a:rPr dirty="0"/>
              <a:t> </a:t>
            </a:r>
            <a:r>
              <a:rPr dirty="0" err="1"/>
              <a:t>המדעי</a:t>
            </a:r>
            <a:r>
              <a:rPr dirty="0"/>
              <a:t>: </a:t>
            </a:r>
            <a:r>
              <a:rPr dirty="0" err="1"/>
              <a:t>מודל</a:t>
            </a:r>
            <a:r>
              <a:rPr dirty="0"/>
              <a:t> Lotka-Volterra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 algn="r" rtl="1"/>
            <a:r>
              <a:rPr dirty="0" err="1"/>
              <a:t>המודל</a:t>
            </a:r>
            <a:r>
              <a:rPr dirty="0"/>
              <a:t> </a:t>
            </a:r>
            <a:r>
              <a:rPr dirty="0" err="1"/>
              <a:t>מדמה</a:t>
            </a:r>
            <a:r>
              <a:rPr dirty="0"/>
              <a:t> </a:t>
            </a:r>
            <a:r>
              <a:rPr dirty="0" err="1"/>
              <a:t>יחסי</a:t>
            </a:r>
            <a:r>
              <a:rPr dirty="0"/>
              <a:t> </a:t>
            </a:r>
            <a:r>
              <a:rPr dirty="0" err="1"/>
              <a:t>תחרות</a:t>
            </a:r>
            <a:r>
              <a:rPr dirty="0"/>
              <a:t> </a:t>
            </a:r>
            <a:r>
              <a:rPr dirty="0" err="1"/>
              <a:t>בין</a:t>
            </a:r>
            <a:r>
              <a:rPr dirty="0"/>
              <a:t> </a:t>
            </a:r>
            <a:r>
              <a:rPr dirty="0" err="1"/>
              <a:t>הציפוי</a:t>
            </a:r>
            <a:r>
              <a:rPr dirty="0"/>
              <a:t> </a:t>
            </a:r>
            <a:r>
              <a:rPr dirty="0" err="1"/>
              <a:t>הביולוגי</a:t>
            </a:r>
            <a:r>
              <a:rPr dirty="0"/>
              <a:t> </a:t>
            </a:r>
            <a:r>
              <a:rPr dirty="0" err="1"/>
              <a:t>לחיידקי</a:t>
            </a:r>
            <a:r>
              <a:rPr dirty="0"/>
              <a:t> </a:t>
            </a:r>
            <a:r>
              <a:rPr dirty="0" err="1"/>
              <a:t>הריקבון</a:t>
            </a:r>
            <a:r>
              <a:rPr dirty="0"/>
              <a:t>.</a:t>
            </a:r>
          </a:p>
          <a:p>
            <a:pPr algn="r" rtl="1"/>
            <a:r>
              <a:rPr dirty="0" err="1"/>
              <a:t>הציפוי</a:t>
            </a:r>
            <a:r>
              <a:rPr dirty="0"/>
              <a:t> (x) </a:t>
            </a:r>
            <a:r>
              <a:rPr dirty="0" err="1"/>
              <a:t>לוחץ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חיידקי</a:t>
            </a:r>
            <a:r>
              <a:rPr dirty="0"/>
              <a:t> </a:t>
            </a:r>
            <a:r>
              <a:rPr dirty="0" err="1"/>
              <a:t>הריקבון</a:t>
            </a:r>
            <a:r>
              <a:rPr dirty="0"/>
              <a:t> (y) </a:t>
            </a:r>
            <a:r>
              <a:rPr dirty="0" err="1"/>
              <a:t>ומונע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התפשטותם</a:t>
            </a:r>
            <a:r>
              <a:rPr dirty="0"/>
              <a:t>.</a:t>
            </a:r>
          </a:p>
          <a:p>
            <a:pPr algn="r" rtl="1"/>
            <a:r>
              <a:rPr dirty="0" err="1"/>
              <a:t>כשהציפוי</a:t>
            </a:r>
            <a:r>
              <a:rPr dirty="0"/>
              <a:t> </a:t>
            </a:r>
            <a:r>
              <a:rPr dirty="0" err="1"/>
              <a:t>נחלש</a:t>
            </a:r>
            <a:r>
              <a:rPr dirty="0"/>
              <a:t>, </a:t>
            </a:r>
            <a:r>
              <a:rPr dirty="0" err="1"/>
              <a:t>הריקבון</a:t>
            </a:r>
            <a:r>
              <a:rPr dirty="0"/>
              <a:t> </a:t>
            </a:r>
            <a:r>
              <a:rPr dirty="0" err="1"/>
              <a:t>משתלט</a:t>
            </a:r>
            <a:r>
              <a:rPr dirty="0"/>
              <a:t> - </a:t>
            </a:r>
            <a:r>
              <a:rPr dirty="0" err="1"/>
              <a:t>זו</a:t>
            </a:r>
            <a:r>
              <a:rPr dirty="0"/>
              <a:t> </a:t>
            </a:r>
            <a:r>
              <a:rPr dirty="0" err="1"/>
              <a:t>נקודת</a:t>
            </a:r>
            <a:r>
              <a:rPr dirty="0"/>
              <a:t> </a:t>
            </a:r>
            <a:r>
              <a:rPr dirty="0" err="1"/>
              <a:t>ההתראה</a:t>
            </a:r>
            <a:r>
              <a:rPr dirty="0"/>
              <a:t> </a:t>
            </a:r>
            <a:r>
              <a:rPr dirty="0" err="1"/>
              <a:t>באפליקציה</a:t>
            </a:r>
            <a:r>
              <a:rPr dirty="0"/>
              <a:t>.</a:t>
            </a:r>
          </a:p>
          <a:p>
            <a:pPr algn="r" rtl="1"/>
            <a:r>
              <a:rPr dirty="0" err="1"/>
              <a:t>משוואות</a:t>
            </a:r>
            <a:r>
              <a:rPr dirty="0"/>
              <a:t>: dx/dt = αx - β</a:t>
            </a:r>
            <a:r>
              <a:rPr dirty="0" err="1"/>
              <a:t>xy</a:t>
            </a:r>
            <a:r>
              <a:rPr dirty="0"/>
              <a:t>, </a:t>
            </a:r>
            <a:r>
              <a:rPr dirty="0" err="1"/>
              <a:t>dy</a:t>
            </a:r>
            <a:r>
              <a:rPr dirty="0"/>
              <a:t>/dt = </a:t>
            </a:r>
            <a:r>
              <a:rPr dirty="0" err="1"/>
              <a:t>δxy</a:t>
            </a:r>
            <a:r>
              <a:rPr dirty="0"/>
              <a:t> - </a:t>
            </a:r>
            <a:r>
              <a:rPr dirty="0" err="1"/>
              <a:t>γy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dirty="0" err="1"/>
              <a:t>קהלי</a:t>
            </a:r>
            <a:r>
              <a:rPr dirty="0"/>
              <a:t> </a:t>
            </a:r>
            <a:r>
              <a:rPr dirty="0" err="1"/>
              <a:t>יעד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r" rtl="1"/>
            <a:r>
              <a:rPr dirty="0" err="1"/>
              <a:t>ישראל</a:t>
            </a:r>
            <a:r>
              <a:rPr dirty="0"/>
              <a:t> </a:t>
            </a:r>
            <a:r>
              <a:rPr dirty="0" err="1"/>
              <a:t>סטודנט</a:t>
            </a:r>
            <a:r>
              <a:rPr dirty="0"/>
              <a:t>: </a:t>
            </a:r>
            <a:r>
              <a:rPr dirty="0" err="1"/>
              <a:t>מתמודד</a:t>
            </a:r>
            <a:r>
              <a:rPr dirty="0"/>
              <a:t> </a:t>
            </a:r>
            <a:r>
              <a:rPr dirty="0" err="1"/>
              <a:t>עם</a:t>
            </a:r>
            <a:r>
              <a:rPr dirty="0"/>
              <a:t> </a:t>
            </a:r>
            <a:r>
              <a:rPr dirty="0" err="1"/>
              <a:t>תקציב</a:t>
            </a:r>
            <a:r>
              <a:rPr dirty="0"/>
              <a:t> </a:t>
            </a:r>
            <a:r>
              <a:rPr dirty="0" err="1"/>
              <a:t>דוק</a:t>
            </a:r>
            <a:r>
              <a:rPr dirty="0"/>
              <a:t>, </a:t>
            </a:r>
            <a:r>
              <a:rPr dirty="0" err="1"/>
              <a:t>צריך</a:t>
            </a:r>
            <a:r>
              <a:rPr dirty="0"/>
              <a:t> </a:t>
            </a:r>
            <a:r>
              <a:rPr dirty="0" err="1"/>
              <a:t>ודאות</a:t>
            </a:r>
            <a:r>
              <a:rPr dirty="0"/>
              <a:t>.</a:t>
            </a:r>
          </a:p>
          <a:p>
            <a:pPr algn="r" rtl="1"/>
            <a:r>
              <a:rPr dirty="0" err="1"/>
              <a:t>אורנה</a:t>
            </a:r>
            <a:r>
              <a:rPr dirty="0"/>
              <a:t> </a:t>
            </a:r>
            <a:r>
              <a:rPr dirty="0" err="1"/>
              <a:t>משק</a:t>
            </a:r>
            <a:r>
              <a:rPr dirty="0"/>
              <a:t> </a:t>
            </a:r>
            <a:r>
              <a:rPr dirty="0" err="1"/>
              <a:t>בית</a:t>
            </a:r>
            <a:r>
              <a:rPr dirty="0"/>
              <a:t>: </a:t>
            </a:r>
            <a:r>
              <a:rPr dirty="0" err="1"/>
              <a:t>מחפשת</a:t>
            </a:r>
            <a:r>
              <a:rPr dirty="0"/>
              <a:t> </a:t>
            </a:r>
            <a:r>
              <a:rPr dirty="0" err="1"/>
              <a:t>ניהול</a:t>
            </a:r>
            <a:r>
              <a:rPr dirty="0"/>
              <a:t> </a:t>
            </a:r>
            <a:r>
              <a:rPr dirty="0" err="1"/>
              <a:t>מלאי</a:t>
            </a:r>
            <a:r>
              <a:rPr dirty="0"/>
              <a:t> </a:t>
            </a:r>
            <a:r>
              <a:rPr dirty="0" err="1"/>
              <a:t>חכם</a:t>
            </a:r>
            <a:r>
              <a:rPr dirty="0"/>
              <a:t> </a:t>
            </a:r>
            <a:r>
              <a:rPr dirty="0" err="1"/>
              <a:t>למקרר</a:t>
            </a:r>
            <a:r>
              <a:rPr dirty="0"/>
              <a:t>.</a:t>
            </a:r>
          </a:p>
          <a:p>
            <a:pPr algn="r" rtl="1"/>
            <a:r>
              <a:rPr dirty="0" err="1"/>
              <a:t>איציק</a:t>
            </a:r>
            <a:r>
              <a:rPr dirty="0"/>
              <a:t> </a:t>
            </a:r>
            <a:r>
              <a:rPr dirty="0" err="1"/>
              <a:t>עובד</a:t>
            </a:r>
            <a:r>
              <a:rPr dirty="0"/>
              <a:t> </a:t>
            </a:r>
            <a:r>
              <a:rPr dirty="0" err="1"/>
              <a:t>הייטק</a:t>
            </a:r>
            <a:r>
              <a:rPr dirty="0"/>
              <a:t>: </a:t>
            </a:r>
            <a:r>
              <a:rPr dirty="0" err="1"/>
              <a:t>צריך</a:t>
            </a:r>
            <a:r>
              <a:rPr dirty="0"/>
              <a:t> </a:t>
            </a:r>
            <a:r>
              <a:rPr dirty="0" err="1"/>
              <a:t>סורק</a:t>
            </a:r>
            <a:r>
              <a:rPr dirty="0"/>
              <a:t> AR </a:t>
            </a:r>
            <a:r>
              <a:rPr dirty="0" err="1"/>
              <a:t>מהיר</a:t>
            </a:r>
            <a:r>
              <a:rPr dirty="0"/>
              <a:t> </a:t>
            </a:r>
            <a:r>
              <a:rPr dirty="0" err="1"/>
              <a:t>לבחירת</a:t>
            </a:r>
            <a:r>
              <a:rPr dirty="0"/>
              <a:t> </a:t>
            </a:r>
            <a:r>
              <a:rPr dirty="0" err="1"/>
              <a:t>מוצרים</a:t>
            </a:r>
            <a:r>
              <a:rPr dirty="0"/>
              <a:t> </a:t>
            </a:r>
            <a:r>
              <a:rPr dirty="0" err="1"/>
              <a:t>בסופר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dirty="0" err="1"/>
              <a:t>דרישות</a:t>
            </a:r>
            <a:r>
              <a:rPr dirty="0"/>
              <a:t> </a:t>
            </a:r>
            <a:r>
              <a:rPr dirty="0" err="1"/>
              <a:t>פונקציונליות</a:t>
            </a:r>
            <a:r>
              <a:rPr dirty="0"/>
              <a:t> </a:t>
            </a:r>
            <a:r>
              <a:rPr dirty="0" err="1"/>
              <a:t>ולא</a:t>
            </a:r>
            <a:r>
              <a:rPr dirty="0"/>
              <a:t> </a:t>
            </a:r>
            <a:r>
              <a:rPr dirty="0" err="1"/>
              <a:t>פונקציונליות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 algn="r" rtl="1"/>
            <a:r>
              <a:rPr dirty="0" err="1"/>
              <a:t>פונקציונלי</a:t>
            </a:r>
            <a:r>
              <a:rPr dirty="0"/>
              <a:t>: </a:t>
            </a:r>
            <a:r>
              <a:rPr dirty="0" err="1"/>
              <a:t>הרצת</a:t>
            </a:r>
            <a:r>
              <a:rPr dirty="0"/>
              <a:t> </a:t>
            </a:r>
            <a:r>
              <a:rPr dirty="0" err="1"/>
              <a:t>מודל</a:t>
            </a:r>
            <a:r>
              <a:rPr dirty="0"/>
              <a:t> </a:t>
            </a:r>
            <a:r>
              <a:rPr dirty="0" err="1"/>
              <a:t>חיזוי</a:t>
            </a:r>
            <a:r>
              <a:rPr dirty="0"/>
              <a:t> (Lotka-Volterra)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נתוני</a:t>
            </a:r>
            <a:r>
              <a:rPr dirty="0"/>
              <a:t> </a:t>
            </a:r>
            <a:r>
              <a:rPr dirty="0" err="1"/>
              <a:t>המשתמש</a:t>
            </a:r>
            <a:r>
              <a:rPr dirty="0"/>
              <a:t>.</a:t>
            </a:r>
          </a:p>
          <a:p>
            <a:pPr algn="r" rtl="1"/>
            <a:r>
              <a:rPr dirty="0" err="1"/>
              <a:t>פונקציונלי</a:t>
            </a:r>
            <a:r>
              <a:rPr dirty="0"/>
              <a:t>: </a:t>
            </a:r>
            <a:r>
              <a:rPr dirty="0" err="1"/>
              <a:t>התראות</a:t>
            </a:r>
            <a:r>
              <a:rPr dirty="0"/>
              <a:t> </a:t>
            </a:r>
            <a:r>
              <a:rPr dirty="0" err="1"/>
              <a:t>לפני</a:t>
            </a:r>
            <a:r>
              <a:rPr dirty="0"/>
              <a:t> </a:t>
            </a:r>
            <a:r>
              <a:rPr dirty="0" err="1"/>
              <a:t>תאריך</a:t>
            </a:r>
            <a:r>
              <a:rPr dirty="0"/>
              <a:t> </a:t>
            </a:r>
            <a:r>
              <a:rPr dirty="0" err="1"/>
              <a:t>הריקבון</a:t>
            </a:r>
            <a:r>
              <a:rPr dirty="0"/>
              <a:t> </a:t>
            </a:r>
            <a:r>
              <a:rPr dirty="0" err="1"/>
              <a:t>החזוי</a:t>
            </a:r>
            <a:r>
              <a:rPr dirty="0"/>
              <a:t>.</a:t>
            </a:r>
          </a:p>
          <a:p>
            <a:pPr algn="r" rtl="1"/>
            <a:r>
              <a:rPr dirty="0" err="1"/>
              <a:t>לא-פונקציונלי</a:t>
            </a:r>
            <a:r>
              <a:rPr dirty="0"/>
              <a:t>: </a:t>
            </a:r>
            <a:r>
              <a:rPr dirty="0" err="1"/>
              <a:t>ביצועים</a:t>
            </a:r>
            <a:r>
              <a:rPr dirty="0"/>
              <a:t> - </a:t>
            </a:r>
            <a:r>
              <a:rPr dirty="0" err="1"/>
              <a:t>הצגת</a:t>
            </a:r>
            <a:r>
              <a:rPr dirty="0"/>
              <a:t> </a:t>
            </a:r>
            <a:r>
              <a:rPr dirty="0" err="1"/>
              <a:t>תחזית</a:t>
            </a:r>
            <a:r>
              <a:rPr dirty="0"/>
              <a:t> </a:t>
            </a:r>
            <a:r>
              <a:rPr dirty="0" err="1"/>
              <a:t>מתחת</a:t>
            </a:r>
            <a:r>
              <a:rPr dirty="0"/>
              <a:t> ל-0.5 </a:t>
            </a:r>
            <a:r>
              <a:rPr dirty="0" err="1"/>
              <a:t>שניות</a:t>
            </a:r>
            <a:r>
              <a:rPr dirty="0"/>
              <a:t>.</a:t>
            </a:r>
          </a:p>
          <a:p>
            <a:pPr algn="r" rtl="1"/>
            <a:r>
              <a:rPr dirty="0" err="1"/>
              <a:t>לא-פונקציונלי</a:t>
            </a:r>
            <a:r>
              <a:rPr dirty="0"/>
              <a:t>: </a:t>
            </a:r>
            <a:r>
              <a:rPr dirty="0" err="1"/>
              <a:t>שמישות</a:t>
            </a:r>
            <a:r>
              <a:rPr dirty="0"/>
              <a:t> - </a:t>
            </a:r>
            <a:r>
              <a:rPr dirty="0" err="1"/>
              <a:t>הוספת</a:t>
            </a:r>
            <a:r>
              <a:rPr dirty="0"/>
              <a:t> </a:t>
            </a:r>
            <a:r>
              <a:rPr dirty="0" err="1"/>
              <a:t>מוצר</a:t>
            </a:r>
            <a:r>
              <a:rPr dirty="0"/>
              <a:t> </a:t>
            </a:r>
            <a:r>
              <a:rPr dirty="0" err="1"/>
              <a:t>בפחות</a:t>
            </a:r>
            <a:r>
              <a:rPr dirty="0"/>
              <a:t> מ-10 </a:t>
            </a:r>
            <a:r>
              <a:rPr dirty="0" err="1"/>
              <a:t>שניות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B26D7-7EF0-C979-7F37-2FB24177E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4D2B3-CF44-078C-DB40-80DB2EA7D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1250950"/>
            <a:ext cx="6571343" cy="602805"/>
          </a:xfrm>
        </p:spPr>
        <p:txBody>
          <a:bodyPr/>
          <a:lstStyle/>
          <a:p>
            <a:pPr algn="r" rtl="1"/>
            <a:r>
              <a:rPr lang="he-IL" dirty="0"/>
              <a:t>מסכים:</a:t>
            </a:r>
            <a:endParaRPr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9B92E2A-D777-6CA8-F2AE-CCC8238AF2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201" y="1846165"/>
            <a:ext cx="1861898" cy="392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E4EE270E-7FC0-3313-6A63-68F5A3181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441" y="1853755"/>
            <a:ext cx="1941572" cy="382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8007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FDC3D-E601-1F60-01FD-B15A91102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6E64A-747D-B3DC-5B37-E1800864B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351087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he-IL" sz="7200" dirty="0"/>
              <a:t>תודה על ההקשבה!</a:t>
            </a:r>
            <a:endParaRPr sz="7200" dirty="0"/>
          </a:p>
        </p:txBody>
      </p:sp>
    </p:spTree>
    <p:extLst>
      <p:ext uri="{BB962C8B-B14F-4D97-AF65-F5344CB8AC3E}">
        <p14:creationId xmlns:p14="http://schemas.microsoft.com/office/powerpoint/2010/main" val="407149053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</TotalTime>
  <Words>217</Words>
  <Application>Microsoft Office PowerPoint</Application>
  <PresentationFormat>On-screen Show (4:3)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Gallery</vt:lpstr>
      <vt:lpstr>Ecology app</vt:lpstr>
      <vt:lpstr>תהליך החשיבה העיצובית</vt:lpstr>
      <vt:lpstr>הצורך: פתרון מדעי לפחת המזון</vt:lpstr>
      <vt:lpstr>הבסיס המדעי: מודל Lotka-Volterra</vt:lpstr>
      <vt:lpstr>קהלי יעד</vt:lpstr>
      <vt:lpstr>דרישות פונקציונליות ולא פונקציונליות</vt:lpstr>
      <vt:lpstr>מסכים: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Yoni Grinberg</dc:creator>
  <cp:keywords/>
  <dc:description>generated using python-pptx</dc:description>
  <cp:lastModifiedBy>יוני גרינברג</cp:lastModifiedBy>
  <cp:revision>3</cp:revision>
  <dcterms:created xsi:type="dcterms:W3CDTF">2013-01-27T09:14:16Z</dcterms:created>
  <dcterms:modified xsi:type="dcterms:W3CDTF">2026-05-13T06:21:20Z</dcterms:modified>
  <cp:category/>
</cp:coreProperties>
</file>